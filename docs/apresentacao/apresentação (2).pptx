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744146-E99B-4A02-9610-E69DA6B58DA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215DBAE-0B0A-4F6B-B8BC-0DF32BD00350}">
      <dgm:prSet/>
      <dgm:spPr/>
      <dgm:t>
        <a:bodyPr/>
        <a:lstStyle/>
        <a:p>
          <a:r>
            <a:rPr lang="pt-BR" dirty="0"/>
            <a:t>- Alocações: `</a:t>
          </a:r>
          <a:r>
            <a:rPr lang="pt-BR" dirty="0" err="1"/>
            <a:t>leitor.c</a:t>
          </a:r>
          <a:r>
            <a:rPr lang="pt-BR" dirty="0"/>
            <a:t>` cria estruturas aninhadas — cada `</a:t>
          </a:r>
          <a:r>
            <a:rPr lang="pt-BR" dirty="0" err="1"/>
            <a:t>malloc</a:t>
          </a:r>
          <a:r>
            <a:rPr lang="pt-BR" dirty="0"/>
            <a:t>` deve ter `</a:t>
          </a:r>
          <a:r>
            <a:rPr lang="pt-BR" dirty="0" err="1"/>
            <a:t>free</a:t>
          </a:r>
          <a:r>
            <a:rPr lang="pt-BR" dirty="0"/>
            <a:t>` correspondente.</a:t>
          </a:r>
          <a:endParaRPr lang="en-US" dirty="0"/>
        </a:p>
      </dgm:t>
    </dgm:pt>
    <dgm:pt modelId="{C4B87941-C36C-4265-8F8E-BD0026C6E928}" type="parTrans" cxnId="{E5EB0DE4-12A4-4827-987A-38EF08C48177}">
      <dgm:prSet/>
      <dgm:spPr/>
      <dgm:t>
        <a:bodyPr/>
        <a:lstStyle/>
        <a:p>
          <a:endParaRPr lang="en-US"/>
        </a:p>
      </dgm:t>
    </dgm:pt>
    <dgm:pt modelId="{512E3339-FC30-4DB2-89D7-20025AF1265A}" type="sibTrans" cxnId="{E5EB0DE4-12A4-4827-987A-38EF08C48177}">
      <dgm:prSet/>
      <dgm:spPr/>
      <dgm:t>
        <a:bodyPr/>
        <a:lstStyle/>
        <a:p>
          <a:endParaRPr lang="en-US"/>
        </a:p>
      </dgm:t>
    </dgm:pt>
    <dgm:pt modelId="{9ED28B29-7273-424F-A02A-60A02F156B68}">
      <dgm:prSet/>
      <dgm:spPr/>
      <dgm:t>
        <a:bodyPr/>
        <a:lstStyle/>
        <a:p>
          <a:r>
            <a:rPr lang="pt-BR" dirty="0"/>
            <a:t>implementações de `</a:t>
          </a:r>
          <a:r>
            <a:rPr lang="pt-BR" dirty="0" err="1"/>
            <a:t>freeClassFile</a:t>
          </a:r>
          <a:r>
            <a:rPr lang="pt-BR" dirty="0"/>
            <a:t>` cuidam de liberação recursiva.</a:t>
          </a:r>
          <a:endParaRPr lang="en-US" dirty="0"/>
        </a:p>
      </dgm:t>
    </dgm:pt>
    <dgm:pt modelId="{AA57E86A-DDB4-47E9-938E-4A496F0B0191}" type="parTrans" cxnId="{0DBEEF35-57FA-4EE8-A7A1-AF54CD4E6341}">
      <dgm:prSet/>
      <dgm:spPr/>
      <dgm:t>
        <a:bodyPr/>
        <a:lstStyle/>
        <a:p>
          <a:endParaRPr lang="en-US"/>
        </a:p>
      </dgm:t>
    </dgm:pt>
    <dgm:pt modelId="{E81F437D-5238-4786-9541-AD473B1A839A}" type="sibTrans" cxnId="{0DBEEF35-57FA-4EE8-A7A1-AF54CD4E6341}">
      <dgm:prSet/>
      <dgm:spPr/>
      <dgm:t>
        <a:bodyPr/>
        <a:lstStyle/>
        <a:p>
          <a:endParaRPr lang="en-US"/>
        </a:p>
      </dgm:t>
    </dgm:pt>
    <dgm:pt modelId="{8B265B09-B6CC-438F-BA31-135C348A3D91}">
      <dgm:prSet/>
      <dgm:spPr/>
      <dgm:t>
        <a:bodyPr/>
        <a:lstStyle/>
        <a:p>
          <a:r>
            <a:rPr lang="pt-BR" dirty="0"/>
            <a:t>- Para evitar </a:t>
          </a:r>
          <a:r>
            <a:rPr lang="pt-BR" dirty="0" err="1"/>
            <a:t>free</a:t>
          </a:r>
          <a:r>
            <a:rPr lang="pt-BR" dirty="0"/>
            <a:t> de estrutura não alocada foi usado o Adress </a:t>
          </a:r>
          <a:r>
            <a:rPr lang="pt-BR" dirty="0" err="1"/>
            <a:t>Sanitizer</a:t>
          </a:r>
          <a:r>
            <a:rPr lang="pt-BR" dirty="0"/>
            <a:t> para validar as estruturas de </a:t>
          </a:r>
          <a:r>
            <a:rPr lang="pt-BR" dirty="0" err="1"/>
            <a:t>free</a:t>
          </a:r>
          <a:r>
            <a:rPr lang="pt-BR" dirty="0"/>
            <a:t>.</a:t>
          </a:r>
          <a:endParaRPr lang="en-US" dirty="0"/>
        </a:p>
      </dgm:t>
    </dgm:pt>
    <dgm:pt modelId="{F84A8242-D91F-4B03-8C01-82CA232298E9}" type="parTrans" cxnId="{D1D45A36-EECF-405D-AC6C-B678939F832A}">
      <dgm:prSet/>
      <dgm:spPr/>
      <dgm:t>
        <a:bodyPr/>
        <a:lstStyle/>
        <a:p>
          <a:endParaRPr lang="en-US"/>
        </a:p>
      </dgm:t>
    </dgm:pt>
    <dgm:pt modelId="{54B323FE-3C7E-48DA-B2F6-6543CF61E616}" type="sibTrans" cxnId="{D1D45A36-EECF-405D-AC6C-B678939F832A}">
      <dgm:prSet/>
      <dgm:spPr/>
      <dgm:t>
        <a:bodyPr/>
        <a:lstStyle/>
        <a:p>
          <a:endParaRPr lang="en-US"/>
        </a:p>
      </dgm:t>
    </dgm:pt>
    <dgm:pt modelId="{FD4E9588-90FA-4987-9971-A39884CE347F}" type="pres">
      <dgm:prSet presAssocID="{9F744146-E99B-4A02-9610-E69DA6B58DA0}" presName="root" presStyleCnt="0">
        <dgm:presLayoutVars>
          <dgm:dir/>
          <dgm:resizeHandles val="exact"/>
        </dgm:presLayoutVars>
      </dgm:prSet>
      <dgm:spPr/>
    </dgm:pt>
    <dgm:pt modelId="{CE1495FC-5EB7-44D8-9E38-69A3260D05C4}" type="pres">
      <dgm:prSet presAssocID="{F215DBAE-0B0A-4F6B-B8BC-0DF32BD00350}" presName="compNode" presStyleCnt="0"/>
      <dgm:spPr/>
    </dgm:pt>
    <dgm:pt modelId="{26F9A76F-3196-48CC-8542-7110BE68C26A}" type="pres">
      <dgm:prSet presAssocID="{F215DBAE-0B0A-4F6B-B8BC-0DF32BD0035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105CA62A-A8A0-48AB-A492-E9EA026E11DB}" type="pres">
      <dgm:prSet presAssocID="{F215DBAE-0B0A-4F6B-B8BC-0DF32BD00350}" presName="spaceRect" presStyleCnt="0"/>
      <dgm:spPr/>
    </dgm:pt>
    <dgm:pt modelId="{AF734CC5-A20B-479F-953C-0D1BB03DE83E}" type="pres">
      <dgm:prSet presAssocID="{F215DBAE-0B0A-4F6B-B8BC-0DF32BD00350}" presName="textRect" presStyleLbl="revTx" presStyleIdx="0" presStyleCnt="3">
        <dgm:presLayoutVars>
          <dgm:chMax val="1"/>
          <dgm:chPref val="1"/>
        </dgm:presLayoutVars>
      </dgm:prSet>
      <dgm:spPr/>
    </dgm:pt>
    <dgm:pt modelId="{445F16B3-C4B6-41C6-8573-E206C1847DC1}" type="pres">
      <dgm:prSet presAssocID="{512E3339-FC30-4DB2-89D7-20025AF1265A}" presName="sibTrans" presStyleCnt="0"/>
      <dgm:spPr/>
    </dgm:pt>
    <dgm:pt modelId="{F618BCD5-1406-4CDA-A4C1-6BD640DC59D6}" type="pres">
      <dgm:prSet presAssocID="{9ED28B29-7273-424F-A02A-60A02F156B68}" presName="compNode" presStyleCnt="0"/>
      <dgm:spPr/>
    </dgm:pt>
    <dgm:pt modelId="{989EF90D-041D-44AD-A49E-695163B5FAE5}" type="pres">
      <dgm:prSet presAssocID="{9ED28B29-7273-424F-A02A-60A02F156B6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61D07DF-523C-4712-B7DD-BD1150098BCF}" type="pres">
      <dgm:prSet presAssocID="{9ED28B29-7273-424F-A02A-60A02F156B68}" presName="spaceRect" presStyleCnt="0"/>
      <dgm:spPr/>
    </dgm:pt>
    <dgm:pt modelId="{6737B741-A4F6-486A-B62A-440EE2C26843}" type="pres">
      <dgm:prSet presAssocID="{9ED28B29-7273-424F-A02A-60A02F156B68}" presName="textRect" presStyleLbl="revTx" presStyleIdx="1" presStyleCnt="3">
        <dgm:presLayoutVars>
          <dgm:chMax val="1"/>
          <dgm:chPref val="1"/>
        </dgm:presLayoutVars>
      </dgm:prSet>
      <dgm:spPr/>
    </dgm:pt>
    <dgm:pt modelId="{FB0C38E3-A827-47CC-BF1E-DFA9F026671F}" type="pres">
      <dgm:prSet presAssocID="{E81F437D-5238-4786-9541-AD473B1A839A}" presName="sibTrans" presStyleCnt="0"/>
      <dgm:spPr/>
    </dgm:pt>
    <dgm:pt modelId="{DB6E5922-7F3D-4087-AF9E-BADA84398392}" type="pres">
      <dgm:prSet presAssocID="{8B265B09-B6CC-438F-BA31-135C348A3D91}" presName="compNode" presStyleCnt="0"/>
      <dgm:spPr/>
    </dgm:pt>
    <dgm:pt modelId="{D6302072-1214-4B54-A9F1-663085059AB1}" type="pres">
      <dgm:prSet presAssocID="{8B265B09-B6CC-438F-BA31-135C348A3D9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ECC8ABE5-14EB-4101-A549-B09DA3A5249D}" type="pres">
      <dgm:prSet presAssocID="{8B265B09-B6CC-438F-BA31-135C348A3D91}" presName="spaceRect" presStyleCnt="0"/>
      <dgm:spPr/>
    </dgm:pt>
    <dgm:pt modelId="{B74C96FF-7C3B-4450-AE2E-E3244D435C3A}" type="pres">
      <dgm:prSet presAssocID="{8B265B09-B6CC-438F-BA31-135C348A3D9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74A1123-B5F4-42BB-AB0C-46E5948428BF}" type="presOf" srcId="{F215DBAE-0B0A-4F6B-B8BC-0DF32BD00350}" destId="{AF734CC5-A20B-479F-953C-0D1BB03DE83E}" srcOrd="0" destOrd="0" presId="urn:microsoft.com/office/officeart/2018/2/layout/IconLabelList"/>
    <dgm:cxn modelId="{0DBEEF35-57FA-4EE8-A7A1-AF54CD4E6341}" srcId="{9F744146-E99B-4A02-9610-E69DA6B58DA0}" destId="{9ED28B29-7273-424F-A02A-60A02F156B68}" srcOrd="1" destOrd="0" parTransId="{AA57E86A-DDB4-47E9-938E-4A496F0B0191}" sibTransId="{E81F437D-5238-4786-9541-AD473B1A839A}"/>
    <dgm:cxn modelId="{D1D45A36-EECF-405D-AC6C-B678939F832A}" srcId="{9F744146-E99B-4A02-9610-E69DA6B58DA0}" destId="{8B265B09-B6CC-438F-BA31-135C348A3D91}" srcOrd="2" destOrd="0" parTransId="{F84A8242-D91F-4B03-8C01-82CA232298E9}" sibTransId="{54B323FE-3C7E-48DA-B2F6-6543CF61E616}"/>
    <dgm:cxn modelId="{705A8E89-401D-40ED-BB5F-05020CBCB8AD}" type="presOf" srcId="{9F744146-E99B-4A02-9610-E69DA6B58DA0}" destId="{FD4E9588-90FA-4987-9971-A39884CE347F}" srcOrd="0" destOrd="0" presId="urn:microsoft.com/office/officeart/2018/2/layout/IconLabelList"/>
    <dgm:cxn modelId="{82AD5CA7-1FB6-407B-ABDB-23CBF8E22CB0}" type="presOf" srcId="{8B265B09-B6CC-438F-BA31-135C348A3D91}" destId="{B74C96FF-7C3B-4450-AE2E-E3244D435C3A}" srcOrd="0" destOrd="0" presId="urn:microsoft.com/office/officeart/2018/2/layout/IconLabelList"/>
    <dgm:cxn modelId="{E5EB0DE4-12A4-4827-987A-38EF08C48177}" srcId="{9F744146-E99B-4A02-9610-E69DA6B58DA0}" destId="{F215DBAE-0B0A-4F6B-B8BC-0DF32BD00350}" srcOrd="0" destOrd="0" parTransId="{C4B87941-C36C-4265-8F8E-BD0026C6E928}" sibTransId="{512E3339-FC30-4DB2-89D7-20025AF1265A}"/>
    <dgm:cxn modelId="{045001EB-C108-43F7-97A2-E79B95B00D17}" type="presOf" srcId="{9ED28B29-7273-424F-A02A-60A02F156B68}" destId="{6737B741-A4F6-486A-B62A-440EE2C26843}" srcOrd="0" destOrd="0" presId="urn:microsoft.com/office/officeart/2018/2/layout/IconLabelList"/>
    <dgm:cxn modelId="{02312EA6-2074-4DF7-8EE3-7E082ED72132}" type="presParOf" srcId="{FD4E9588-90FA-4987-9971-A39884CE347F}" destId="{CE1495FC-5EB7-44D8-9E38-69A3260D05C4}" srcOrd="0" destOrd="0" presId="urn:microsoft.com/office/officeart/2018/2/layout/IconLabelList"/>
    <dgm:cxn modelId="{69BB4E45-ADDE-4D79-86B3-BC7DFF3ACF51}" type="presParOf" srcId="{CE1495FC-5EB7-44D8-9E38-69A3260D05C4}" destId="{26F9A76F-3196-48CC-8542-7110BE68C26A}" srcOrd="0" destOrd="0" presId="urn:microsoft.com/office/officeart/2018/2/layout/IconLabelList"/>
    <dgm:cxn modelId="{A7B4C3A8-A62A-4712-AA93-E1616521F166}" type="presParOf" srcId="{CE1495FC-5EB7-44D8-9E38-69A3260D05C4}" destId="{105CA62A-A8A0-48AB-A492-E9EA026E11DB}" srcOrd="1" destOrd="0" presId="urn:microsoft.com/office/officeart/2018/2/layout/IconLabelList"/>
    <dgm:cxn modelId="{F8985663-0E9C-4675-9D72-5843072B7930}" type="presParOf" srcId="{CE1495FC-5EB7-44D8-9E38-69A3260D05C4}" destId="{AF734CC5-A20B-479F-953C-0D1BB03DE83E}" srcOrd="2" destOrd="0" presId="urn:microsoft.com/office/officeart/2018/2/layout/IconLabelList"/>
    <dgm:cxn modelId="{CB8D3355-7F5D-43F7-8C19-32F521FB4B65}" type="presParOf" srcId="{FD4E9588-90FA-4987-9971-A39884CE347F}" destId="{445F16B3-C4B6-41C6-8573-E206C1847DC1}" srcOrd="1" destOrd="0" presId="urn:microsoft.com/office/officeart/2018/2/layout/IconLabelList"/>
    <dgm:cxn modelId="{7EC5166D-66F3-4CD4-855D-6E6A08B714B6}" type="presParOf" srcId="{FD4E9588-90FA-4987-9971-A39884CE347F}" destId="{F618BCD5-1406-4CDA-A4C1-6BD640DC59D6}" srcOrd="2" destOrd="0" presId="urn:microsoft.com/office/officeart/2018/2/layout/IconLabelList"/>
    <dgm:cxn modelId="{19DA3BE2-DA83-4087-9665-F9804033E494}" type="presParOf" srcId="{F618BCD5-1406-4CDA-A4C1-6BD640DC59D6}" destId="{989EF90D-041D-44AD-A49E-695163B5FAE5}" srcOrd="0" destOrd="0" presId="urn:microsoft.com/office/officeart/2018/2/layout/IconLabelList"/>
    <dgm:cxn modelId="{DB628F4E-FB42-4BF2-A489-3B74245373D3}" type="presParOf" srcId="{F618BCD5-1406-4CDA-A4C1-6BD640DC59D6}" destId="{C61D07DF-523C-4712-B7DD-BD1150098BCF}" srcOrd="1" destOrd="0" presId="urn:microsoft.com/office/officeart/2018/2/layout/IconLabelList"/>
    <dgm:cxn modelId="{1BF0B68C-FCD9-45D4-930A-A2480A30EDAA}" type="presParOf" srcId="{F618BCD5-1406-4CDA-A4C1-6BD640DC59D6}" destId="{6737B741-A4F6-486A-B62A-440EE2C26843}" srcOrd="2" destOrd="0" presId="urn:microsoft.com/office/officeart/2018/2/layout/IconLabelList"/>
    <dgm:cxn modelId="{5803510B-4716-4A27-B11B-324060ECA774}" type="presParOf" srcId="{FD4E9588-90FA-4987-9971-A39884CE347F}" destId="{FB0C38E3-A827-47CC-BF1E-DFA9F026671F}" srcOrd="3" destOrd="0" presId="urn:microsoft.com/office/officeart/2018/2/layout/IconLabelList"/>
    <dgm:cxn modelId="{FA7E4CEB-8208-4B5D-A82B-92D56A5BF706}" type="presParOf" srcId="{FD4E9588-90FA-4987-9971-A39884CE347F}" destId="{DB6E5922-7F3D-4087-AF9E-BADA84398392}" srcOrd="4" destOrd="0" presId="urn:microsoft.com/office/officeart/2018/2/layout/IconLabelList"/>
    <dgm:cxn modelId="{ACF83945-7602-4594-9FE7-868A2F3029ED}" type="presParOf" srcId="{DB6E5922-7F3D-4087-AF9E-BADA84398392}" destId="{D6302072-1214-4B54-A9F1-663085059AB1}" srcOrd="0" destOrd="0" presId="urn:microsoft.com/office/officeart/2018/2/layout/IconLabelList"/>
    <dgm:cxn modelId="{1D4FFC2B-825E-4803-AE12-742DCD16811B}" type="presParOf" srcId="{DB6E5922-7F3D-4087-AF9E-BADA84398392}" destId="{ECC8ABE5-14EB-4101-A549-B09DA3A5249D}" srcOrd="1" destOrd="0" presId="urn:microsoft.com/office/officeart/2018/2/layout/IconLabelList"/>
    <dgm:cxn modelId="{5325E78F-44C7-413D-8FBC-0C2839836DF3}" type="presParOf" srcId="{DB6E5922-7F3D-4087-AF9E-BADA84398392}" destId="{B74C96FF-7C3B-4450-AE2E-E3244D435C3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9A76F-3196-48CC-8542-7110BE68C26A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34CC5-A20B-479F-953C-0D1BB03DE83E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- Alocações: `</a:t>
          </a:r>
          <a:r>
            <a:rPr lang="pt-BR" sz="1500" kern="1200" dirty="0" err="1"/>
            <a:t>leitor.c</a:t>
          </a:r>
          <a:r>
            <a:rPr lang="pt-BR" sz="1500" kern="1200" dirty="0"/>
            <a:t>` cria estruturas aninhadas — cada `</a:t>
          </a:r>
          <a:r>
            <a:rPr lang="pt-BR" sz="1500" kern="1200" dirty="0" err="1"/>
            <a:t>malloc</a:t>
          </a:r>
          <a:r>
            <a:rPr lang="pt-BR" sz="1500" kern="1200" dirty="0"/>
            <a:t>` deve ter `</a:t>
          </a:r>
          <a:r>
            <a:rPr lang="pt-BR" sz="1500" kern="1200" dirty="0" err="1"/>
            <a:t>free</a:t>
          </a:r>
          <a:r>
            <a:rPr lang="pt-BR" sz="1500" kern="1200" dirty="0"/>
            <a:t>` correspondente.</a:t>
          </a:r>
          <a:endParaRPr lang="en-US" sz="1500" kern="1200" dirty="0"/>
        </a:p>
      </dsp:txBody>
      <dsp:txXfrm>
        <a:off x="59990" y="2654049"/>
        <a:ext cx="3226223" cy="720000"/>
      </dsp:txXfrm>
    </dsp:sp>
    <dsp:sp modelId="{989EF90D-041D-44AD-A49E-695163B5FAE5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37B741-A4F6-486A-B62A-440EE2C26843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implementações de `</a:t>
          </a:r>
          <a:r>
            <a:rPr lang="pt-BR" sz="1500" kern="1200" dirty="0" err="1"/>
            <a:t>freeClassFile</a:t>
          </a:r>
          <a:r>
            <a:rPr lang="pt-BR" sz="1500" kern="1200" dirty="0"/>
            <a:t>` cuidam de liberação recursiva.</a:t>
          </a:r>
          <a:endParaRPr lang="en-US" sz="1500" kern="1200" dirty="0"/>
        </a:p>
      </dsp:txBody>
      <dsp:txXfrm>
        <a:off x="3850802" y="2654049"/>
        <a:ext cx="3226223" cy="720000"/>
      </dsp:txXfrm>
    </dsp:sp>
    <dsp:sp modelId="{D6302072-1214-4B54-A9F1-663085059AB1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4C96FF-7C3B-4450-AE2E-E3244D435C3A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- Para evitar </a:t>
          </a:r>
          <a:r>
            <a:rPr lang="pt-BR" sz="1500" kern="1200" dirty="0" err="1"/>
            <a:t>free</a:t>
          </a:r>
          <a:r>
            <a:rPr lang="pt-BR" sz="1500" kern="1200" dirty="0"/>
            <a:t> de estrutura não alocada foi usado o Adress </a:t>
          </a:r>
          <a:r>
            <a:rPr lang="pt-BR" sz="1500" kern="1200" dirty="0" err="1"/>
            <a:t>Sanitizer</a:t>
          </a:r>
          <a:r>
            <a:rPr lang="pt-BR" sz="1500" kern="1200" dirty="0"/>
            <a:t> para validar as estruturas de </a:t>
          </a:r>
          <a:r>
            <a:rPr lang="pt-BR" sz="1500" kern="1200" dirty="0" err="1"/>
            <a:t>free</a:t>
          </a:r>
          <a:r>
            <a:rPr lang="pt-BR" sz="1500" kern="1200" dirty="0"/>
            <a:t>.</a:t>
          </a:r>
          <a:endParaRPr lang="en-US" sz="1500" kern="1200" dirty="0"/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F6A25-90B1-7D46-0758-D427FB0CA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B88DE8-BB88-6B67-4168-0C0B191F2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A94928-AC6A-DF21-3286-D17FB6EA1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9F8F12-E9A4-70C7-5E29-2066F095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42AFF5-001B-A3BA-BA65-53E9CB51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9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D91E7-8924-ABD4-1D80-9DE0BCE74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D94368-ED66-CC7A-044D-792DC1F7F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32082C-D3DD-8BB9-F78B-639FB7D8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C69842-1E71-4CC5-0913-2E85450C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06E71E-FC29-D382-A9A5-F694D2EC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39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CFAC1-52DF-E34B-D8A1-3107F637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BF39E9-8878-7635-9C8A-1B9B9A0B6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5B3801-F188-C6D0-DEBB-9901F4BC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454930-8591-EF2C-A5F2-44A8FDFF8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EF7C9B-5EBE-46B6-0E50-537553DF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76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061C6-B34F-15E0-C642-A6F3A802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7065AD-939C-D5E2-0767-89C802DD0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74D654-72DE-173C-639B-56D605508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B884A2-E403-C3AB-9BBB-69C291EF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11BE5D-CFDD-2DC7-5C03-1D783C526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8ED0E0-90FF-5B4F-95D6-EAE3B179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043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5B5A7-4845-F19F-2777-ABC4289C6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4D66C3-6C41-F353-5545-F0F84146D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0826ED-6325-621E-0F4A-CE4B2899D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905F42-B974-9277-2BAD-1E3EE71DBC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43A8D55-085F-E2FF-60F0-575BB640B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2E71260-1E63-3C4C-2C89-420D4CDCA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D78E3C-9749-F4CF-48A2-D094AA72E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7CF7BD1-9A40-07A7-19E8-11305827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55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5A850-540F-042F-68AC-7D75EC56C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77D09E8-ED39-FE82-540B-52E0F695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ADFAB36-2DD0-2C2F-4E82-5E82933E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2E08B0E-E8AE-B67A-D184-021D26C5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630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71FC792-6DED-B184-8B1F-4D0A868B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EEE391E-8E36-117D-D2CF-248E308F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CCB137-B2BD-5778-660A-FB31E3B9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17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3DC3F-888D-5DEB-F7DD-E592575E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1CA0B4-679B-35F0-DE90-007DCE087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82A9CC-1E73-4690-1F43-DC8F81A8A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E6BC7E-2338-5D4E-BD93-54E3BB3A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82CDCE-21B3-8280-4D81-87496742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0EBDD8-67AD-4F3F-94BF-6AD663231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60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2A6CA-7760-2E76-2301-6328138D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8E343EA-8079-3791-5B13-31E87CD83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5DEF85-DB31-B6F9-0B49-EE0A86133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C293B4-086A-7BB4-6D84-16FFA308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3ED818-6779-4528-BA00-6BD302D9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FF69E9-EDB4-E9A7-A9F1-DBEBB831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95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0B9C4-FD88-43B2-A425-877CAC66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F6D50A-932B-A69B-FF08-4628CF1AB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AAB5BF-4732-5E60-A239-C933BF434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AE349-C350-D95B-3933-3499468D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926EEA-3FD0-9DAA-7526-58EBA62F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22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3E8A8D-8E32-DA59-F2B7-C66BEE7D2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B5043E-FD07-D317-2EFA-34BF5EC66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714FB7-B3EE-A076-8016-97936C315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916EC1-EB16-94EF-F230-551A2BD55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E1CAA8-982E-46F4-959B-BFDC5FA6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84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013302-2650-5CEF-65F1-B67A9B17E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A8455B-ACA3-7126-8B7E-C9F720F54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993EA1-CF2D-4680-74A9-DFD8E3836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F0EE2-3E2A-4DE7-918C-B53F95EA507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DE478F-4605-F3CC-C15A-EC6CDE296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AC8B21-2A8D-93B2-3B3A-4700BAEB2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E8E5D-FAD2-4F00-A6C7-F83DD1B86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89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26F40C-F28C-B9F1-3C1B-6C214B9BE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pt-BR" sz="4800">
                <a:solidFill>
                  <a:srgbClr val="FFFFFF"/>
                </a:solidFill>
              </a:rPr>
              <a:t>Projeto SB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16F77B-87BD-8C62-7446-255600C0D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pt-BR">
                <a:solidFill>
                  <a:srgbClr val="FFFFFF"/>
                </a:solidFill>
              </a:rPr>
              <a:t>Lucas Seabra Gomes Oliveira -242041334</a:t>
            </a:r>
          </a:p>
        </p:txBody>
      </p:sp>
    </p:spTree>
    <p:extLst>
      <p:ext uri="{BB962C8B-B14F-4D97-AF65-F5344CB8AC3E}">
        <p14:creationId xmlns:p14="http://schemas.microsoft.com/office/powerpoint/2010/main" val="143052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3744FA-ED9D-C686-ACAD-569F5CEB9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Arquitetura Geral (mapa rápido)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5415A-FF72-6B3B-CE4B-D0F326B21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- `</a:t>
            </a:r>
            <a:r>
              <a:rPr lang="pt-BR" sz="2000" dirty="0" err="1"/>
              <a:t>main.c</a:t>
            </a:r>
            <a:r>
              <a:rPr lang="pt-BR" sz="2000" dirty="0"/>
              <a:t>` / `</a:t>
            </a:r>
            <a:r>
              <a:rPr lang="pt-BR" sz="2000" dirty="0" err="1"/>
              <a:t>java_frontend.c</a:t>
            </a:r>
            <a:r>
              <a:rPr lang="pt-BR" sz="2000" dirty="0"/>
              <a:t>`: CLI e orquestração</a:t>
            </a:r>
          </a:p>
          <a:p>
            <a:pPr marL="0" indent="0">
              <a:buNone/>
            </a:pPr>
            <a:r>
              <a:rPr lang="pt-BR" sz="2000" dirty="0"/>
              <a:t>- `</a:t>
            </a:r>
            <a:r>
              <a:rPr lang="pt-BR" sz="2000" dirty="0" err="1"/>
              <a:t>leitor.c</a:t>
            </a:r>
            <a:r>
              <a:rPr lang="pt-BR" sz="2000" dirty="0"/>
              <a:t>`, `</a:t>
            </a:r>
            <a:r>
              <a:rPr lang="pt-BR" sz="2000" dirty="0" err="1"/>
              <a:t>formatoClassFile.h</a:t>
            </a:r>
            <a:r>
              <a:rPr lang="pt-BR" sz="2000" dirty="0"/>
              <a:t>`: leitura e estruturas do `.</a:t>
            </a:r>
            <a:r>
              <a:rPr lang="pt-BR" sz="2000" dirty="0" err="1"/>
              <a:t>class</a:t>
            </a:r>
            <a:r>
              <a:rPr lang="pt-BR" sz="2000" dirty="0"/>
              <a:t>`</a:t>
            </a:r>
          </a:p>
          <a:p>
            <a:pPr marL="0" indent="0">
              <a:buNone/>
            </a:pPr>
            <a:r>
              <a:rPr lang="pt-BR" sz="2000" dirty="0"/>
              <a:t>- `</a:t>
            </a:r>
            <a:r>
              <a:rPr lang="pt-BR" sz="2000" dirty="0" err="1"/>
              <a:t>constantPoolDecoding.c</a:t>
            </a:r>
            <a:r>
              <a:rPr lang="pt-BR" sz="2000" dirty="0"/>
              <a:t>`: </a:t>
            </a:r>
            <a:r>
              <a:rPr lang="pt-BR" sz="2000" dirty="0" err="1"/>
              <a:t>helpers</a:t>
            </a:r>
            <a:r>
              <a:rPr lang="pt-BR" sz="2000" dirty="0"/>
              <a:t> para decodificar </a:t>
            </a:r>
            <a:r>
              <a:rPr lang="pt-BR" sz="2000" dirty="0" err="1"/>
              <a:t>constant</a:t>
            </a:r>
            <a:r>
              <a:rPr lang="pt-BR" sz="2000" dirty="0"/>
              <a:t> pool</a:t>
            </a:r>
          </a:p>
          <a:p>
            <a:pPr marL="0" indent="0">
              <a:buNone/>
            </a:pPr>
            <a:r>
              <a:rPr lang="pt-BR" sz="2000" dirty="0"/>
              <a:t>- `</a:t>
            </a:r>
            <a:r>
              <a:rPr lang="pt-BR" sz="2000" dirty="0" err="1"/>
              <a:t>attributeDecoding.c</a:t>
            </a:r>
            <a:r>
              <a:rPr lang="pt-BR" sz="2000" dirty="0"/>
              <a:t>`, `</a:t>
            </a:r>
            <a:r>
              <a:rPr lang="pt-BR" sz="2000" dirty="0" err="1"/>
              <a:t>attributeStructs.h</a:t>
            </a:r>
            <a:r>
              <a:rPr lang="pt-BR" sz="2000" dirty="0"/>
              <a:t>`: atributos e `</a:t>
            </a:r>
            <a:r>
              <a:rPr lang="pt-BR" sz="2000" dirty="0" err="1"/>
              <a:t>Code</a:t>
            </a:r>
            <a:r>
              <a:rPr lang="pt-BR" sz="2000" dirty="0"/>
              <a:t>`</a:t>
            </a:r>
          </a:p>
          <a:p>
            <a:pPr marL="0" indent="0">
              <a:buNone/>
            </a:pPr>
            <a:r>
              <a:rPr lang="pt-BR" sz="2000" dirty="0"/>
              <a:t>- `</a:t>
            </a:r>
            <a:r>
              <a:rPr lang="pt-BR" sz="2000" dirty="0" err="1"/>
              <a:t>inits.c</a:t>
            </a:r>
            <a:r>
              <a:rPr lang="pt-BR" sz="2000" dirty="0"/>
              <a:t>`: carregamento de dependências e execução de `&lt;</a:t>
            </a:r>
            <a:r>
              <a:rPr lang="pt-BR" sz="2000" dirty="0" err="1"/>
              <a:t>clinit</a:t>
            </a:r>
            <a:r>
              <a:rPr lang="pt-BR" sz="2000" dirty="0"/>
              <a:t>&gt;`</a:t>
            </a:r>
          </a:p>
          <a:p>
            <a:pPr marL="0" indent="0">
              <a:buNone/>
            </a:pPr>
            <a:r>
              <a:rPr lang="pt-BR" sz="2000" dirty="0"/>
              <a:t>- `</a:t>
            </a:r>
            <a:r>
              <a:rPr lang="pt-BR" sz="2000" dirty="0" err="1"/>
              <a:t>executorInstrucoes.c</a:t>
            </a:r>
            <a:r>
              <a:rPr lang="pt-BR" sz="2000" dirty="0"/>
              <a:t>`, `</a:t>
            </a:r>
            <a:r>
              <a:rPr lang="pt-BR" sz="2000" dirty="0" err="1"/>
              <a:t>frames.h</a:t>
            </a:r>
            <a:r>
              <a:rPr lang="pt-BR" sz="2000" dirty="0"/>
              <a:t>`: VM, loop de execução, instruções</a:t>
            </a:r>
          </a:p>
          <a:p>
            <a:pPr marL="0" indent="0">
              <a:buNone/>
            </a:pPr>
            <a:r>
              <a:rPr lang="pt-BR" sz="2000" dirty="0"/>
              <a:t>- `</a:t>
            </a:r>
            <a:r>
              <a:rPr lang="pt-BR" sz="2000" dirty="0" err="1"/>
              <a:t>instrucoes.c</a:t>
            </a:r>
            <a:r>
              <a:rPr lang="pt-BR" sz="2000" dirty="0"/>
              <a:t>`: catálogo / metadados das instruções</a:t>
            </a:r>
          </a:p>
        </p:txBody>
      </p:sp>
    </p:spTree>
    <p:extLst>
      <p:ext uri="{BB962C8B-B14F-4D97-AF65-F5344CB8AC3E}">
        <p14:creationId xmlns:p14="http://schemas.microsoft.com/office/powerpoint/2010/main" val="968993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3259EE-1BEC-0E6A-77D4-F955480C1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Parsing de `.class`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4AF767-CEC6-A819-1778-39F079853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pt-BR" sz="2000"/>
              <a:t>1. `main` chama leitor para abrir o arquivo `.class`.</a:t>
            </a:r>
          </a:p>
          <a:p>
            <a:r>
              <a:rPr lang="pt-BR" sz="2000"/>
              <a:t>2. `leitor.c` lê cabeçalho, constant pool, fields, methods, attributes.</a:t>
            </a:r>
          </a:p>
          <a:p>
            <a:r>
              <a:rPr lang="pt-BR" sz="2000"/>
              <a:t>3. Estruturas em memória: `ClassFile`, `cp_info`, `method_info`, `attribute_info`.</a:t>
            </a:r>
          </a:p>
          <a:p>
            <a:r>
              <a:rPr lang="pt-BR" sz="2000"/>
              <a:t>4. `attributeDecoding.c` extrai `Code` attributes com bytecodes.</a:t>
            </a:r>
          </a:p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3903511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3AC526-142B-E356-9F27-E368EB85D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Constant Pool e Resolução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57376B-0EE4-70FE-AE2D-4C3971A39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/>
              <a:t>- `constantPool.h` + `constantPoolDecoding.c` decodificam entradas (UTF8, String, Integer, Methodref, etc.)</a:t>
            </a:r>
          </a:p>
          <a:p>
            <a:pPr marL="0" indent="0">
              <a:buNone/>
            </a:pPr>
            <a:r>
              <a:rPr lang="pt-BR" sz="2000"/>
              <a:t>- Resolução: `decodeInstructionOp` &amp; helpers que transformam índices em texto (e.g., `java/lang/Object-&gt;&lt;init&gt;`)</a:t>
            </a:r>
          </a:p>
          <a:p>
            <a:pPr marL="0" indent="0">
              <a:buNone/>
            </a:pPr>
            <a:r>
              <a:rPr lang="pt-BR" sz="2000"/>
              <a:t>- Uso: `getMethodCode`, `exec_getfield`, `exec_invoke*` usam essas resoluções para logs/simulações.</a:t>
            </a:r>
          </a:p>
          <a:p>
            <a:pPr marL="0" indent="0">
              <a:buNone/>
            </a:pPr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2283647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FDCD1E-E28C-D62D-D189-7500E949F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Executor (VM) e Frames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333E31-404C-2BFE-9C67-A6873F28A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/>
              <a:t>- `executorInstrucoes.c` contém:</a:t>
            </a:r>
          </a:p>
          <a:p>
            <a:pPr marL="0" indent="0">
              <a:buNone/>
            </a:pPr>
            <a:r>
              <a:rPr lang="pt-BR" sz="2000"/>
              <a:t>  - Loop principal: `executar(Frame *frame)` (fetch → dispatch)</a:t>
            </a:r>
          </a:p>
          <a:p>
            <a:pPr marL="0" indent="0">
              <a:buNone/>
            </a:pPr>
            <a:r>
              <a:rPr lang="pt-BR" sz="2000"/>
              <a:t>  - Tabela `instrucoes_exec[256]` de ponteiros para handlers</a:t>
            </a:r>
          </a:p>
          <a:p>
            <a:pPr marL="0" indent="0">
              <a:buNone/>
            </a:pPr>
            <a:r>
              <a:rPr lang="pt-BR" sz="2000"/>
              <a:t>  - Helpers: `push_stack`, `pop_stack`, `push_long`, `pop_long`, `push_double`, `pop_double`</a:t>
            </a:r>
          </a:p>
          <a:p>
            <a:pPr marL="0" indent="0">
              <a:buNone/>
            </a:pPr>
            <a:r>
              <a:rPr lang="pt-BR" sz="2000"/>
              <a:t>- `frames.h`: definição de `Frame` (operand_stack, local_variables, pc, max_stack, code_length)</a:t>
            </a:r>
          </a:p>
          <a:p>
            <a:pPr marL="0" indent="0">
              <a:buNone/>
            </a:pPr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3951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8C06E7-2FDA-FE3E-FD5B-BE57638E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Fluxo de Execução (exemplo simplificado)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DBDDA2-6642-06B4-A0CC-A723F2204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/>
              <a:t>1. `inicializarAmbiente(classFile)` configura `GLOBAL_CP`.</a:t>
            </a:r>
          </a:p>
          <a:p>
            <a:pPr marL="0" indent="0">
              <a:buNone/>
            </a:pPr>
            <a:r>
              <a:rPr lang="pt-BR" sz="2000"/>
              <a:t>2. `getMethodCode(classFile, "main", "()V")` retorna `Code` attribute.</a:t>
            </a:r>
          </a:p>
          <a:p>
            <a:pPr marL="0" indent="0">
              <a:buNone/>
            </a:pPr>
            <a:r>
              <a:rPr lang="pt-BR" sz="2000"/>
              <a:t>3. Cria `Frame` para `main` e chama `executar(frame)`.</a:t>
            </a:r>
          </a:p>
          <a:p>
            <a:pPr marL="0" indent="0">
              <a:buNone/>
            </a:pPr>
            <a:r>
              <a:rPr lang="pt-BR" sz="2000"/>
              <a:t>4. `executar` faz fetch do opcode, lookup em `instrucoes_exec`, chama handler.</a:t>
            </a:r>
          </a:p>
          <a:p>
            <a:pPr marL="0" indent="0">
              <a:buNone/>
            </a:pPr>
            <a:r>
              <a:rPr lang="pt-BR" sz="2000"/>
              <a:t>5. Handlers manipulam PC, pilha, locais; alguns tratam argumentos (ldc/ldc_w/ldc2_w, getstatic).</a:t>
            </a:r>
          </a:p>
          <a:p>
            <a:pPr marL="0" indent="0">
              <a:buNone/>
            </a:pPr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311263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71452E-36F6-24D7-D143-0A5F46CDC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B07987-E4A2-F066-F8B2-8B8C6640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3100">
                <a:solidFill>
                  <a:srgbClr val="FFFFFF"/>
                </a:solidFill>
              </a:rPr>
              <a:t>Implementação do `tableswitch`(Instrução mais complexa)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B2BE02-19B2-FE01-B009-90ED87F8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/>
              <a:t>- Opcode: `0xAA` (`tableswitch`) — possui padding para alinhar a 4-byte boundary.</a:t>
            </a:r>
          </a:p>
          <a:p>
            <a:pPr marL="0" indent="0">
              <a:buNone/>
            </a:pPr>
            <a:r>
              <a:rPr lang="pt-BR" sz="2000"/>
              <a:t>- Formato (após padding): `defaultbyte`, `low`, `high`, então N offsets (4 bytes cada).</a:t>
            </a:r>
          </a:p>
          <a:p>
            <a:pPr marL="0" indent="0">
              <a:buNone/>
            </a:pPr>
            <a:r>
              <a:rPr lang="pt-BR" sz="2000"/>
              <a:t>- Nossa implementação principal faz:</a:t>
            </a:r>
          </a:p>
          <a:p>
            <a:pPr marL="0" indent="0">
              <a:buNone/>
            </a:pPr>
            <a:r>
              <a:rPr lang="pt-BR" sz="2000"/>
              <a:t>  - Calcula padding relativo à posição do opcode (`opcode_pos = pc-1`).</a:t>
            </a:r>
          </a:p>
          <a:p>
            <a:pPr marL="0" indent="0">
              <a:buNone/>
            </a:pPr>
            <a:r>
              <a:rPr lang="pt-BR" sz="2000"/>
              <a:t>  - Lê `default`, `low`, `high` (big-endian signed 32-bit).</a:t>
            </a:r>
          </a:p>
          <a:p>
            <a:pPr marL="0" indent="0">
              <a:buNone/>
            </a:pPr>
            <a:r>
              <a:rPr lang="pt-BR" sz="2000"/>
              <a:t>  - Calcula `index = pop_stack()`; se dentro de `[low,high]` pega offset correspondente.</a:t>
            </a:r>
          </a:p>
          <a:p>
            <a:pPr marL="0" indent="0">
              <a:buNone/>
            </a:pPr>
            <a:r>
              <a:rPr lang="pt-BR" sz="2000"/>
              <a:t>  - PC final = `opcode_pos + branch_offset`.</a:t>
            </a:r>
          </a:p>
        </p:txBody>
      </p:sp>
    </p:spTree>
    <p:extLst>
      <p:ext uri="{BB962C8B-B14F-4D97-AF65-F5344CB8AC3E}">
        <p14:creationId xmlns:p14="http://schemas.microsoft.com/office/powerpoint/2010/main" val="1759619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9F242-8315-3FFD-3BF7-D0AA51815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F61BE4-8169-C350-10FE-45AB85C7D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Cuidado com a memória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B3562DE8-ACD8-F961-178D-7811E88381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82166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22756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670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Projeto SB</vt:lpstr>
      <vt:lpstr>Arquitetura Geral (mapa rápido)</vt:lpstr>
      <vt:lpstr>Parsing de `.class`</vt:lpstr>
      <vt:lpstr>Constant Pool e Resolução</vt:lpstr>
      <vt:lpstr>Executor (VM) e Frames</vt:lpstr>
      <vt:lpstr>Fluxo de Execução (exemplo simplificado)</vt:lpstr>
      <vt:lpstr>Implementação do `tableswitch`(Instrução mais complexa)</vt:lpstr>
      <vt:lpstr>Cuidado com a memória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Seabra Gomes Oliveira</dc:creator>
  <cp:lastModifiedBy>Lucas Seabra Gomes Oliveira</cp:lastModifiedBy>
  <cp:revision>1</cp:revision>
  <dcterms:created xsi:type="dcterms:W3CDTF">2025-12-03T22:28:32Z</dcterms:created>
  <dcterms:modified xsi:type="dcterms:W3CDTF">2025-12-03T22:44:15Z</dcterms:modified>
</cp:coreProperties>
</file>